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8" r:id="rId1"/>
    <p:sldMasterId id="2147483709" r:id="rId2"/>
  </p:sldMasterIdLst>
  <p:notesMasterIdLst>
    <p:notesMasterId r:id="rId1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6858000" cy="9144000"/>
  <p:embeddedFontLst>
    <p:embeddedFont>
      <p:font typeface="IBM Plex Sans" panose="020F0502020204030204" pitchFamily="34" charset="0"/>
      <p:regular r:id="rId13"/>
      <p:bold r:id="rId14"/>
      <p:italic r:id="rId15"/>
      <p:boldItalic r:id="rId16"/>
    </p:embeddedFont>
    <p:embeddedFont>
      <p:font typeface="IBM Plex Sans Medium" panose="020F0502020204030204" pitchFamily="34" charset="0"/>
      <p:regular r:id="rId17"/>
      <p:bold r:id="rId18"/>
      <p:italic r:id="rId19"/>
      <p:boldItalic r:id="rId20"/>
    </p:embeddedFont>
    <p:embeddedFont>
      <p:font typeface="IBM Plex Sans SemiBold" panose="020F0502020204030204" pitchFamily="34" charset="0"/>
      <p:regular r:id="rId21"/>
      <p:bold r:id="rId22"/>
      <p:italic r:id="rId23"/>
      <p:boldItalic r:id="rId24"/>
    </p:embeddedFont>
    <p:embeddedFont>
      <p:font typeface="Sora" panose="020B0604020202020204" charset="0"/>
      <p:regular r:id="rId25"/>
      <p:bold r:id="rId26"/>
    </p:embeddedFont>
    <p:embeddedFont>
      <p:font typeface="Sora ExtraLight" panose="020B0604020202020204" charset="0"/>
      <p:regular r:id="rId27"/>
      <p:bold r:id="rId28"/>
    </p:embeddedFont>
    <p:embeddedFont>
      <p:font typeface="Sora Light" panose="020B0604020202020204" charset="0"/>
      <p:regular r:id="rId29"/>
      <p:bold r:id="rId30"/>
    </p:embeddedFont>
    <p:embeddedFont>
      <p:font typeface="Sora Medium" panose="020B0604020202020204" charset="0"/>
      <p:regular r:id="rId31"/>
      <p:bold r:id="rId32"/>
    </p:embeddedFont>
    <p:embeddedFont>
      <p:font typeface="Sora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513" y="5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dbc5fb2b48_0_1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dbc5fb2b48_0_1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dbc5fb2b48_0_20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dbc5fb2b48_0_20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dbc5fb2b48_0_20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dbc5fb2b48_0_20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g3dbc5fb2b48_0_20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6" name="Google Shape;956;g3dbc5fb2b48_0_20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3dbc5fb2b48_0_2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3dbc5fb2b48_0_21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dbc5fb2b48_0_2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dbc5fb2b48_0_2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3dbc5fb2b48_0_2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3dbc5fb2b48_0_2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g3dbc5fb2b48_0_2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3dbc5fb2b48_0_2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3dbc5fb2b48_0_2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3dbc5fb2b48_0_2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Alt 2">
  <p:cSld name="BLANK_2">
    <p:bg>
      <p:bgPr>
        <a:solidFill>
          <a:schemeClr val="lt1"/>
        </a:solid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subTitle" idx="1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name="adj1" fmla="val 694140"/>
              <a:gd name="adj2" fmla="val 11948531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2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rot="10800000" flipH="1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avLst/>
              <a:gdLst/>
              <a:ahLst/>
              <a:cxnLst/>
              <a:rect l="l" t="t" r="r" b="b"/>
              <a:pathLst>
                <a:path w="198513" h="140640" extrusionOk="0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avLst/>
              <a:gdLst/>
              <a:ahLst/>
              <a:cxnLst/>
              <a:rect l="l" t="t" r="r" b="b"/>
              <a:pathLst>
                <a:path w="71839" h="140702" extrusionOk="0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>
            <a:spLocks noGrp="1"/>
          </p:cNvSpPr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1">
  <p:cSld name="BLANK_1_1_3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rot="-5400000" flipH="1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16" name="Google Shape;116;p15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body" idx="1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2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avLst/>
            <a:gdLst/>
            <a:ahLst/>
            <a:cxnLst/>
            <a:rect l="l" t="t" r="r" b="b"/>
            <a:pathLst>
              <a:path w="25297" h="50476" extrusionOk="0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dist="76200" dir="7800000" algn="bl" rotWithShape="0">
              <a:schemeClr val="accent1">
                <a:alpha val="2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dist="28575" dir="2700000" algn="bl" rotWithShape="0">
              <a:schemeClr val="accent1">
                <a:alpha val="2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dist="38100" dir="5400000" algn="bl" rotWithShape="0">
              <a:schemeClr val="accent3">
                <a:alpha val="3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>
            <a:spLocks noGrp="1"/>
          </p:cNvSpPr>
          <p:nvPr>
            <p:ph type="body" idx="1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457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4572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- Alt 1">
  <p:cSld name="BLANK_1_1_1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avLst/>
              <a:gdLst/>
              <a:ahLst/>
              <a:cxnLst/>
              <a:rect l="l" t="t" r="r" b="b"/>
              <a:pathLst>
                <a:path w="292003" h="199585" extrusionOk="0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avLst/>
              <a:gdLst/>
              <a:ahLst/>
              <a:cxnLst/>
              <a:rect l="l" t="t" r="r" b="b"/>
              <a:pathLst>
                <a:path w="251409" h="43361" extrusionOk="0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6" name="Google Shape;206;p17"/>
          <p:cNvSpPr txBox="1">
            <a:spLocks noGrp="1"/>
          </p:cNvSpPr>
          <p:nvPr>
            <p:ph type="body" idx="1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28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207" name="Google Shape;207;p1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08" name="Google Shape;208;p17"/>
          <p:cNvSpPr txBox="1">
            <a:spLocks noGrp="1"/>
          </p:cNvSpPr>
          <p:nvPr>
            <p:ph type="body" idx="2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209" name="Google Shape;209;p17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10" name="Google Shape;210;p17"/>
          <p:cNvSpPr txBox="1">
            <a:spLocks noGrp="1"/>
          </p:cNvSpPr>
          <p:nvPr>
            <p:ph type="title" idx="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">
  <p:cSld name="BLANK_1_1_1_1_2">
    <p:bg>
      <p:bgPr>
        <a:solidFill>
          <a:schemeClr val="lt1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rot="10800000" flipH="1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rot="10800000" flipH="1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rot="10800000" flipH="1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rot="10800000" flipH="1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>
            <a:spLocks noGrp="1"/>
          </p:cNvSpPr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8"/>
          <p:cNvSpPr>
            <a:spLocks noGrp="1"/>
          </p:cNvSpPr>
          <p:nvPr>
            <p:ph type="pic" idx="2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>
            <a:spLocks noGrp="1"/>
          </p:cNvSpPr>
          <p:nvPr>
            <p:ph type="pic" idx="3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>
            <a:spLocks noGrp="1"/>
          </p:cNvSpPr>
          <p:nvPr>
            <p:ph type="pic" idx="4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>
            <a:spLocks noGrp="1"/>
          </p:cNvSpPr>
          <p:nvPr>
            <p:ph type="subTitle" idx="1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1" name="Google Shape;221;p18"/>
          <p:cNvSpPr txBox="1">
            <a:spLocks noGrp="1"/>
          </p:cNvSpPr>
          <p:nvPr>
            <p:ph type="subTitle" idx="5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title" idx="6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23" name="Google Shape;223;p18"/>
          <p:cNvSpPr txBox="1">
            <a:spLocks noGrp="1"/>
          </p:cNvSpPr>
          <p:nvPr>
            <p:ph type="title" idx="7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224" name="Google Shape;224;p18"/>
          <p:cNvSpPr txBox="1">
            <a:spLocks noGrp="1"/>
          </p:cNvSpPr>
          <p:nvPr>
            <p:ph type="subTitle" idx="8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avLst/>
              <a:gdLst/>
              <a:ahLst/>
              <a:cxnLst/>
              <a:rect l="l" t="t" r="r" b="b"/>
              <a:pathLst>
                <a:path w="89735" h="12128" extrusionOk="0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avLst/>
              <a:gdLst/>
              <a:ahLst/>
              <a:cxnLst/>
              <a:rect l="l" t="t" r="r" b="b"/>
              <a:pathLst>
                <a:path w="89735" h="13758" extrusionOk="0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avLst/>
              <a:gdLst/>
              <a:ahLst/>
              <a:cxnLst/>
              <a:rect l="l" t="t" r="r" b="b"/>
              <a:pathLst>
                <a:path w="89735" h="19162" extrusionOk="0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1">
  <p:cSld name="BLANK_1_1_1_1_1_1_1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name="adj1" fmla="val 4346562"/>
              <a:gd name="adj2" fmla="val 17254322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name="adj1" fmla="val 3282930"/>
              <a:gd name="adj2" fmla="val 14744228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avLst/>
            <a:gdLst/>
            <a:ahLst/>
            <a:cxnLst/>
            <a:rect l="l" t="t" r="r" b="b"/>
            <a:pathLst>
              <a:path w="61561" h="29205" extrusionOk="0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34" name="Google Shape;234;p19"/>
          <p:cNvSpPr txBox="1">
            <a:spLocks noGrp="1"/>
          </p:cNvSpPr>
          <p:nvPr>
            <p:ph type="title" idx="2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>
            <a:endParaRPr/>
          </a:p>
        </p:txBody>
      </p:sp>
      <p:sp>
        <p:nvSpPr>
          <p:cNvPr id="235" name="Google Shape;235;p19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36" name="Google Shape;236;p19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 Alt 2">
  <p:cSld name="BLANK_1_1_1_1_1_1_1_2"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avLst/>
            <a:gdLst/>
            <a:ahLst/>
            <a:cxnLst/>
            <a:rect l="l" t="t" r="r" b="b"/>
            <a:pathLst>
              <a:path w="131304" h="83158" extrusionOk="0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avLst/>
            <a:gdLst/>
            <a:ahLst/>
            <a:cxnLst/>
            <a:rect l="l" t="t" r="r" b="b"/>
            <a:pathLst>
              <a:path w="93052" h="127357" extrusionOk="0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rot="10800000" flipH="1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rot="10800000" flipH="1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rot="10800000" flipH="1">
              <a:off x="1927813" y="392406"/>
              <a:ext cx="402000" cy="407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name="adj1" fmla="val 2600939"/>
              <a:gd name="adj2" fmla="val 1856118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name="adj1" fmla="val 837048"/>
              <a:gd name="adj2" fmla="val 19665286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8" name="Google Shape;258;p20"/>
          <p:cNvSpPr txBox="1">
            <a:spLocks noGrp="1"/>
          </p:cNvSpPr>
          <p:nvPr>
            <p:ph type="subTitle" idx="1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59" name="Google Shape;259;p20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LANK_1_1_1_1_1_1_1_1_1_1_10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rot="-900031" flipH="1">
            <a:off x="1792020" y="1182391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>
            <a:spLocks noGrp="1"/>
          </p:cNvSpPr>
          <p:nvPr>
            <p:ph type="body" idx="1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>
            <a:endParaRPr/>
          </a:p>
        </p:txBody>
      </p:sp>
      <p:sp>
        <p:nvSpPr>
          <p:cNvPr id="264" name="Google Shape;264;p21"/>
          <p:cNvSpPr txBox="1">
            <a:spLocks noGrp="1"/>
          </p:cNvSpPr>
          <p:nvPr>
            <p:ph type="title" hasCustomPrompt="1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rot="900031" flipH="1">
            <a:off x="1791931" y="1182353"/>
            <a:ext cx="5560068" cy="1963507"/>
          </a:xfrm>
          <a:prstGeom prst="ellipse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1_1_1_1_1_1_9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5" name="Google Shape;285;p22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86" name="Google Shape;286;p22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CUSTOM_2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289" name="Google Shape;289;p2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grpSp>
        <p:nvGrpSpPr>
          <p:cNvPr id="290" name="Google Shape;290;p23"/>
          <p:cNvGrpSpPr/>
          <p:nvPr/>
        </p:nvGrpSpPr>
        <p:grpSpPr>
          <a:xfrm rot="10800000" flipH="1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avLst/>
              <a:gdLst/>
              <a:ahLst/>
              <a:cxnLst/>
              <a:rect l="l" t="t" r="r" b="b"/>
              <a:pathLst>
                <a:path w="89824" h="12217" fill="none" extrusionOk="0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avLst/>
              <a:gdLst/>
              <a:ahLst/>
              <a:cxnLst/>
              <a:rect l="l" t="t" r="r" b="b"/>
              <a:pathLst>
                <a:path w="89824" h="13870" fill="none" extrusionOk="0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avLst/>
              <a:gdLst/>
              <a:ahLst/>
              <a:cxnLst/>
              <a:rect l="l" t="t" r="r" b="b"/>
              <a:pathLst>
                <a:path w="89824" h="19252" fill="none" extrusionOk="0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>
            <a:spLocks noGrp="1"/>
          </p:cNvSpPr>
          <p:nvPr>
            <p:ph type="subTitle" idx="1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3"/>
          <p:cNvSpPr txBox="1">
            <a:spLocks noGrp="1"/>
          </p:cNvSpPr>
          <p:nvPr>
            <p:ph type="subTitle" idx="3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6" name="Google Shape;296;p23"/>
          <p:cNvSpPr txBox="1">
            <a:spLocks noGrp="1"/>
          </p:cNvSpPr>
          <p:nvPr>
            <p:ph type="subTitle" idx="4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7" name="Google Shape;297;p23"/>
          <p:cNvSpPr txBox="1">
            <a:spLocks noGrp="1"/>
          </p:cNvSpPr>
          <p:nvPr>
            <p:ph type="subTitle" idx="5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8" name="Google Shape;298;p23"/>
          <p:cNvSpPr txBox="1">
            <a:spLocks noGrp="1"/>
          </p:cNvSpPr>
          <p:nvPr>
            <p:ph type="subTitle" idx="6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23"/>
          <p:cNvSpPr txBox="1">
            <a:spLocks noGrp="1"/>
          </p:cNvSpPr>
          <p:nvPr>
            <p:ph type="subTitle" idx="7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avLst/>
              <a:gdLst/>
              <a:ahLst/>
              <a:cxnLst/>
              <a:rect l="l" t="t" r="r" b="b"/>
              <a:pathLst>
                <a:path w="409856" h="140705" extrusionOk="0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avLst/>
              <a:gdLst/>
              <a:ahLst/>
              <a:cxnLst/>
              <a:rect l="l" t="t" r="r" b="b"/>
              <a:pathLst>
                <a:path w="31649" h="140700" extrusionOk="0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>
            <a:spLocks noGrp="1"/>
          </p:cNvSpPr>
          <p:nvPr>
            <p:ph type="title" idx="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- Alt 2">
  <p:cSld name="BLANK_1_1_1_1_1_1_1_1_1_1_7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avLst/>
            <a:gdLst/>
            <a:ahLst/>
            <a:cxnLst/>
            <a:rect l="l" t="t" r="r" b="b"/>
            <a:pathLst>
              <a:path w="115714" h="54955" fill="none" extrusionOk="0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avLst/>
            <a:gdLst/>
            <a:ahLst/>
            <a:cxnLst/>
            <a:rect l="l" t="t" r="r" b="b"/>
            <a:pathLst>
              <a:path w="120906" h="33501" extrusionOk="0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dist="219075" dir="5700000" algn="bl" rotWithShape="0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>
            <a:spLocks noGrp="1"/>
          </p:cNvSpPr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308" name="Google Shape;308;p24"/>
          <p:cNvSpPr txBox="1">
            <a:spLocks noGrp="1"/>
          </p:cNvSpPr>
          <p:nvPr>
            <p:ph type="title" idx="2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309" name="Google Shape;309;p24"/>
          <p:cNvSpPr txBox="1">
            <a:spLocks noGrp="1"/>
          </p:cNvSpPr>
          <p:nvPr>
            <p:ph type="title" idx="3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24"/>
          <p:cNvSpPr txBox="1">
            <a:spLocks noGrp="1"/>
          </p:cNvSpPr>
          <p:nvPr>
            <p:ph type="title" idx="4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1" name="Google Shape;311;p24"/>
          <p:cNvSpPr txBox="1">
            <a:spLocks noGrp="1"/>
          </p:cNvSpPr>
          <p:nvPr>
            <p:ph type="title" idx="5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2" name="Google Shape;312;p24"/>
          <p:cNvSpPr txBox="1">
            <a:spLocks noGrp="1"/>
          </p:cNvSpPr>
          <p:nvPr>
            <p:ph type="title" idx="6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3" name="Google Shape;313;p24"/>
          <p:cNvSpPr txBox="1">
            <a:spLocks noGrp="1"/>
          </p:cNvSpPr>
          <p:nvPr>
            <p:ph type="title" idx="7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24"/>
          <p:cNvSpPr txBox="1">
            <a:spLocks noGrp="1"/>
          </p:cNvSpPr>
          <p:nvPr>
            <p:ph type="title" idx="8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15" name="Google Shape;315;p24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16" name="Google Shape;316;p2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17" name="Google Shape;317;p24"/>
          <p:cNvSpPr txBox="1">
            <a:spLocks noGrp="1"/>
          </p:cNvSpPr>
          <p:nvPr>
            <p:ph type="title" idx="14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18" name="Google Shape;318;p24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  <p:sp>
        <p:nvSpPr>
          <p:cNvPr id="319" name="Google Shape;319;p24"/>
          <p:cNvSpPr txBox="1">
            <a:spLocks noGrp="1"/>
          </p:cNvSpPr>
          <p:nvPr>
            <p:ph type="title" idx="16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0" name="Google Shape;320;p24"/>
          <p:cNvSpPr txBox="1">
            <a:spLocks noGrp="1"/>
          </p:cNvSpPr>
          <p:nvPr>
            <p:ph type="title" idx="17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hart">
  <p:cSld name="BLANK_1_1_1_1_1_1_1_1_1_1_7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rot="-1079220" flipH="1">
            <a:off x="-2010221" y="4250160"/>
            <a:ext cx="4477637" cy="804981"/>
          </a:xfrm>
          <a:prstGeom prst="chord">
            <a:avLst>
              <a:gd name="adj1" fmla="val 2752926"/>
              <a:gd name="adj2" fmla="val 1719354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avLst/>
              <a:gdLst/>
              <a:ahLst/>
              <a:cxnLst/>
              <a:rect l="l" t="t" r="r" b="b"/>
              <a:pathLst>
                <a:path w="40437" h="289599" extrusionOk="0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avLst/>
              <a:gdLst/>
              <a:ahLst/>
              <a:cxnLst/>
              <a:rect l="l" t="t" r="r" b="b"/>
              <a:pathLst>
                <a:path w="41052" h="80578" extrusionOk="0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>
            <a:spLocks noGrp="1"/>
          </p:cNvSpPr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7" name="Google Shape;327;p25"/>
          <p:cNvSpPr txBox="1">
            <a:spLocks noGrp="1"/>
          </p:cNvSpPr>
          <p:nvPr>
            <p:ph type="title" idx="2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8" name="Google Shape;328;p25"/>
          <p:cNvSpPr txBox="1">
            <a:spLocks noGrp="1"/>
          </p:cNvSpPr>
          <p:nvPr>
            <p:ph type="title" idx="3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29" name="Google Shape;329;p25"/>
          <p:cNvSpPr txBox="1">
            <a:spLocks noGrp="1"/>
          </p:cNvSpPr>
          <p:nvPr>
            <p:ph type="title" idx="4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30" name="Google Shape;330;p25"/>
          <p:cNvSpPr txBox="1">
            <a:spLocks noGrp="1"/>
          </p:cNvSpPr>
          <p:nvPr>
            <p:ph type="title" idx="5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>
            <a:endParaRPr/>
          </a:p>
        </p:txBody>
      </p:sp>
      <p:sp>
        <p:nvSpPr>
          <p:cNvPr id="331" name="Google Shape;331;p25"/>
          <p:cNvSpPr txBox="1">
            <a:spLocks noGrp="1"/>
          </p:cNvSpPr>
          <p:nvPr>
            <p:ph type="title" idx="6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32" name="Google Shape;332;p25"/>
          <p:cNvSpPr txBox="1">
            <a:spLocks noGrp="1"/>
          </p:cNvSpPr>
          <p:nvPr>
            <p:ph type="title" idx="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BLANK_1_1_1_1_1_1_1_1_1_1_6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avLst/>
            <a:gdLst/>
            <a:ahLst/>
            <a:cxnLst/>
            <a:rect l="l" t="t" r="r" b="b"/>
            <a:pathLst>
              <a:path w="263403" h="141435" extrusionOk="0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dist="19050" dir="5400000" algn="bl" rotWithShape="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avLst/>
            <a:gdLst/>
            <a:ahLst/>
            <a:cxnLst/>
            <a:rect l="l" t="t" r="r" b="b"/>
            <a:pathLst>
              <a:path w="68733" h="132855" extrusionOk="0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>
            <a:spLocks noGrp="1"/>
          </p:cNvSpPr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5" name="Google Shape;355;p26"/>
          <p:cNvSpPr txBox="1">
            <a:spLocks noGrp="1"/>
          </p:cNvSpPr>
          <p:nvPr>
            <p:ph type="subTitle" idx="1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spcFirstLastPara="1" wrap="square" lIns="91425" tIns="91425" rIns="91425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56" name="Google Shape;356;p26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57" name="Google Shape;357;p26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3">
  <p:cSld name="BLANK_1_1_1_1_1_1_1_1_1_1_5"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avLst/>
            <a:gdLst/>
            <a:ahLst/>
            <a:cxnLst/>
            <a:rect l="l" t="t" r="r" b="b"/>
            <a:pathLst>
              <a:path w="86243" h="14771" extrusionOk="0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61" name="Google Shape;361;p27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62" name="Google Shape;362;p27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BLANK_1_1_1_1_1_1_1_1_1_1_4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6" name="Google Shape;366;p28"/>
          <p:cNvSpPr txBox="1">
            <a:spLocks noGrp="1"/>
          </p:cNvSpPr>
          <p:nvPr>
            <p:ph type="title" idx="2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7" name="Google Shape;367;p28"/>
          <p:cNvSpPr txBox="1">
            <a:spLocks noGrp="1"/>
          </p:cNvSpPr>
          <p:nvPr>
            <p:ph type="title" idx="3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8" name="Google Shape;368;p28"/>
          <p:cNvSpPr txBox="1">
            <a:spLocks noGrp="1"/>
          </p:cNvSpPr>
          <p:nvPr>
            <p:ph type="title" idx="4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69" name="Google Shape;369;p28"/>
          <p:cNvSpPr txBox="1">
            <a:spLocks noGrp="1"/>
          </p:cNvSpPr>
          <p:nvPr>
            <p:ph type="title" idx="5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70" name="Google Shape;370;p28"/>
          <p:cNvSpPr txBox="1">
            <a:spLocks noGrp="1"/>
          </p:cNvSpPr>
          <p:nvPr>
            <p:ph type="title" idx="6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71" name="Google Shape;371;p28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72" name="Google Shape;372;p28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75" name="Google Shape;375;p28"/>
          <p:cNvSpPr txBox="1">
            <a:spLocks noGrp="1"/>
          </p:cNvSpPr>
          <p:nvPr>
            <p:ph type="body" idx="8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76" name="Google Shape;376;p28"/>
          <p:cNvSpPr txBox="1">
            <a:spLocks noGrp="1"/>
          </p:cNvSpPr>
          <p:nvPr>
            <p:ph type="body" idx="9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77" name="Google Shape;377;p28"/>
          <p:cNvSpPr txBox="1">
            <a:spLocks noGrp="1"/>
          </p:cNvSpPr>
          <p:nvPr>
            <p:ph type="body" idx="13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78" name="Google Shape;378;p28"/>
          <p:cNvSpPr txBox="1">
            <a:spLocks noGrp="1"/>
          </p:cNvSpPr>
          <p:nvPr>
            <p:ph type="body" idx="14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79" name="Google Shape;379;p28"/>
          <p:cNvSpPr txBox="1">
            <a:spLocks noGrp="1"/>
          </p:cNvSpPr>
          <p:nvPr>
            <p:ph type="body" idx="15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>
            <a:endParaRPr/>
          </a:p>
        </p:txBody>
      </p:sp>
      <p:sp>
        <p:nvSpPr>
          <p:cNvPr id="380" name="Google Shape;380;p28"/>
          <p:cNvSpPr txBox="1">
            <a:spLocks noGrp="1"/>
          </p:cNvSpPr>
          <p:nvPr>
            <p:ph type="body" idx="16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81" name="Google Shape;381;p28"/>
          <p:cNvSpPr txBox="1">
            <a:spLocks noGrp="1"/>
          </p:cNvSpPr>
          <p:nvPr>
            <p:ph type="body" idx="17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82" name="Google Shape;382;p28"/>
          <p:cNvSpPr txBox="1">
            <a:spLocks noGrp="1"/>
          </p:cNvSpPr>
          <p:nvPr>
            <p:ph type="body" idx="18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>
            <a:endParaRPr/>
          </a:p>
        </p:txBody>
      </p:sp>
      <p:sp>
        <p:nvSpPr>
          <p:cNvPr id="383" name="Google Shape;383;p28"/>
          <p:cNvSpPr txBox="1">
            <a:spLocks noGrp="1"/>
          </p:cNvSpPr>
          <p:nvPr>
            <p:ph type="title" idx="19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384" name="Google Shape;384;p28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- Dark">
  <p:cSld name="BLANK_1_1_1_1_1_1_1_1_1_1_4_1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name="adj1" fmla="val 21353619"/>
              <a:gd name="adj2" fmla="val 1421063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>
            <a:spLocks noGrp="1"/>
          </p:cNvSpPr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8" name="Google Shape;388;p29"/>
          <p:cNvSpPr txBox="1">
            <a:spLocks noGrp="1"/>
          </p:cNvSpPr>
          <p:nvPr>
            <p:ph type="title" idx="2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89" name="Google Shape;389;p29"/>
          <p:cNvSpPr txBox="1">
            <a:spLocks noGrp="1"/>
          </p:cNvSpPr>
          <p:nvPr>
            <p:ph type="title" idx="3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90" name="Google Shape;390;p29"/>
          <p:cNvSpPr txBox="1">
            <a:spLocks noGrp="1"/>
          </p:cNvSpPr>
          <p:nvPr>
            <p:ph type="title" idx="4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391" name="Google Shape;391;p29"/>
          <p:cNvSpPr txBox="1">
            <a:spLocks noGrp="1"/>
          </p:cNvSpPr>
          <p:nvPr>
            <p:ph type="title" idx="5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92" name="Google Shape;392;p29"/>
          <p:cNvSpPr txBox="1">
            <a:spLocks noGrp="1"/>
          </p:cNvSpPr>
          <p:nvPr>
            <p:ph type="title" idx="6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93" name="Google Shape;393;p29"/>
          <p:cNvSpPr txBox="1">
            <a:spLocks noGrp="1"/>
          </p:cNvSpPr>
          <p:nvPr>
            <p:ph type="title" idx="7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394" name="Google Shape;394;p29"/>
          <p:cNvSpPr/>
          <p:nvPr/>
        </p:nvSpPr>
        <p:spPr>
          <a:xfrm rot="-6104187" flipH="1">
            <a:off x="4324040" y="2970795"/>
            <a:ext cx="1541221" cy="4732320"/>
          </a:xfrm>
          <a:prstGeom prst="chord">
            <a:avLst>
              <a:gd name="adj1" fmla="val 4994308"/>
              <a:gd name="adj2" fmla="val 15114049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name="adj1" fmla="val 5592353"/>
              <a:gd name="adj2" fmla="val 15024063"/>
            </a:avLst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>
            <a:spLocks noGrp="1"/>
          </p:cNvSpPr>
          <p:nvPr>
            <p:ph type="title" idx="8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397" name="Google Shape;397;p29"/>
          <p:cNvSpPr txBox="1">
            <a:spLocks noGrp="1"/>
          </p:cNvSpPr>
          <p:nvPr>
            <p:ph type="body" idx="1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8" name="Google Shape;398;p29"/>
          <p:cNvSpPr txBox="1">
            <a:spLocks noGrp="1"/>
          </p:cNvSpPr>
          <p:nvPr>
            <p:ph type="body" idx="9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9" name="Google Shape;399;p29"/>
          <p:cNvSpPr txBox="1">
            <a:spLocks noGrp="1"/>
          </p:cNvSpPr>
          <p:nvPr>
            <p:ph type="body" idx="13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0" name="Google Shape;400;p29"/>
          <p:cNvSpPr txBox="1">
            <a:spLocks noGrp="1"/>
          </p:cNvSpPr>
          <p:nvPr>
            <p:ph type="body" idx="14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1" name="Google Shape;401;p29"/>
          <p:cNvSpPr txBox="1">
            <a:spLocks noGrp="1"/>
          </p:cNvSpPr>
          <p:nvPr>
            <p:ph type="body" idx="15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2" name="Google Shape;402;p29"/>
          <p:cNvSpPr txBox="1">
            <a:spLocks noGrp="1"/>
          </p:cNvSpPr>
          <p:nvPr>
            <p:ph type="body" idx="16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3" name="Google Shape;403;p29"/>
          <p:cNvSpPr txBox="1">
            <a:spLocks noGrp="1"/>
          </p:cNvSpPr>
          <p:nvPr>
            <p:ph type="body" idx="17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4" name="Google Shape;404;p29"/>
          <p:cNvSpPr txBox="1">
            <a:spLocks noGrp="1"/>
          </p:cNvSpPr>
          <p:nvPr>
            <p:ph type="body" idx="18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5" name="Google Shape;405;p29"/>
          <p:cNvSpPr txBox="1">
            <a:spLocks noGrp="1"/>
          </p:cNvSpPr>
          <p:nvPr>
            <p:ph type="body" idx="19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title" idx="20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two bodies">
  <p:cSld name="BLANK_1_1_1_1_1_1_1_1_1_1_3_2">
    <p:bg>
      <p:bgPr>
        <a:solidFill>
          <a:schemeClr val="lt1"/>
        </a:solidFill>
        <a:effectLst/>
      </p:bgPr>
    </p:bg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rot="-5400000" flipH="1">
            <a:off x="1263236" y="2706539"/>
            <a:ext cx="1173845" cy="3700317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>
            <a:spLocks noGrp="1"/>
          </p:cNvSpPr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29" name="Google Shape;429;p30"/>
          <p:cNvSpPr txBox="1">
            <a:spLocks noGrp="1"/>
          </p:cNvSpPr>
          <p:nvPr>
            <p:ph type="title" idx="2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30" name="Google Shape;430;p30"/>
          <p:cNvSpPr>
            <a:spLocks noGrp="1"/>
          </p:cNvSpPr>
          <p:nvPr>
            <p:ph type="pic" idx="3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>
            <a:spLocks noGrp="1"/>
          </p:cNvSpPr>
          <p:nvPr>
            <p:ph type="pic" idx="4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>
            <a:spLocks noGrp="1"/>
          </p:cNvSpPr>
          <p:nvPr>
            <p:ph type="pic" idx="5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>
            <a:spLocks noGrp="1"/>
          </p:cNvSpPr>
          <p:nvPr>
            <p:ph type="title" idx="6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34" name="Google Shape;434;p30"/>
          <p:cNvSpPr txBox="1">
            <a:spLocks noGrp="1"/>
          </p:cNvSpPr>
          <p:nvPr>
            <p:ph type="title" idx="7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35" name="Google Shape;435;p30"/>
          <p:cNvSpPr txBox="1">
            <a:spLocks noGrp="1"/>
          </p:cNvSpPr>
          <p:nvPr>
            <p:ph type="title" idx="8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36" name="Google Shape;436;p30"/>
          <p:cNvSpPr txBox="1">
            <a:spLocks noGrp="1"/>
          </p:cNvSpPr>
          <p:nvPr>
            <p:ph type="title" idx="9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spcFirstLastPara="1" wrap="square" lIns="0" tIns="91425" rIns="0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437" name="Google Shape;437;p30"/>
          <p:cNvSpPr txBox="1">
            <a:spLocks noGrp="1"/>
          </p:cNvSpPr>
          <p:nvPr>
            <p:ph type="title" idx="13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38" name="Google Shape;438;p30"/>
          <p:cNvSpPr txBox="1">
            <a:spLocks noGrp="1"/>
          </p:cNvSpPr>
          <p:nvPr>
            <p:ph type="title" idx="14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39" name="Google Shape;439;p30"/>
          <p:cNvSpPr txBox="1">
            <a:spLocks noGrp="1"/>
          </p:cNvSpPr>
          <p:nvPr>
            <p:ph type="title" idx="1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40" name="Google Shape;440;p30"/>
          <p:cNvSpPr txBox="1">
            <a:spLocks noGrp="1"/>
          </p:cNvSpPr>
          <p:nvPr>
            <p:ph type="title" idx="16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1" name="Google Shape;441;p30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line and Project Roadmap">
  <p:cSld name="BLANK_1_1_1_1_1_1_1_1_1_1_3_1">
    <p:bg>
      <p:bgPr>
        <a:solidFill>
          <a:schemeClr val="lt1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>
            <a:spLocks noGrp="1"/>
          </p:cNvSpPr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4" name="Google Shape;444;p31"/>
          <p:cNvSpPr txBox="1">
            <a:spLocks noGrp="1"/>
          </p:cNvSpPr>
          <p:nvPr>
            <p:ph type="title" idx="2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5" name="Google Shape;445;p31"/>
          <p:cNvSpPr txBox="1">
            <a:spLocks noGrp="1"/>
          </p:cNvSpPr>
          <p:nvPr>
            <p:ph type="title" idx="3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6" name="Google Shape;446;p31"/>
          <p:cNvSpPr txBox="1">
            <a:spLocks noGrp="1"/>
          </p:cNvSpPr>
          <p:nvPr>
            <p:ph type="title" idx="4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7" name="Google Shape;447;p31"/>
          <p:cNvSpPr txBox="1">
            <a:spLocks noGrp="1"/>
          </p:cNvSpPr>
          <p:nvPr>
            <p:ph type="title" idx="5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8" name="Google Shape;448;p31"/>
          <p:cNvSpPr txBox="1">
            <a:spLocks noGrp="1"/>
          </p:cNvSpPr>
          <p:nvPr>
            <p:ph type="title" idx="6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49" name="Google Shape;449;p31"/>
          <p:cNvSpPr txBox="1">
            <a:spLocks noGrp="1"/>
          </p:cNvSpPr>
          <p:nvPr>
            <p:ph type="title" idx="7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0" name="Google Shape;450;p31"/>
          <p:cNvSpPr txBox="1">
            <a:spLocks noGrp="1"/>
          </p:cNvSpPr>
          <p:nvPr>
            <p:ph type="title" idx="8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1" name="Google Shape;451;p31"/>
          <p:cNvSpPr txBox="1">
            <a:spLocks noGrp="1"/>
          </p:cNvSpPr>
          <p:nvPr>
            <p:ph type="title" idx="9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2" name="Google Shape;452;p31"/>
          <p:cNvSpPr txBox="1">
            <a:spLocks noGrp="1"/>
          </p:cNvSpPr>
          <p:nvPr>
            <p:ph type="title" idx="13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3" name="Google Shape;453;p31"/>
          <p:cNvSpPr txBox="1">
            <a:spLocks noGrp="1"/>
          </p:cNvSpPr>
          <p:nvPr>
            <p:ph type="title" idx="14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4" name="Google Shape;454;p31"/>
          <p:cNvSpPr txBox="1">
            <a:spLocks noGrp="1"/>
          </p:cNvSpPr>
          <p:nvPr>
            <p:ph type="title" idx="15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5" name="Google Shape;455;p31"/>
          <p:cNvSpPr txBox="1">
            <a:spLocks noGrp="1"/>
          </p:cNvSpPr>
          <p:nvPr>
            <p:ph type="title" idx="16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6" name="Google Shape;456;p31"/>
          <p:cNvSpPr txBox="1">
            <a:spLocks noGrp="1"/>
          </p:cNvSpPr>
          <p:nvPr>
            <p:ph type="title" idx="17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7" name="Google Shape;457;p31"/>
          <p:cNvSpPr txBox="1">
            <a:spLocks noGrp="1"/>
          </p:cNvSpPr>
          <p:nvPr>
            <p:ph type="title" idx="18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8" name="Google Shape;458;p31"/>
          <p:cNvSpPr txBox="1">
            <a:spLocks noGrp="1"/>
          </p:cNvSpPr>
          <p:nvPr>
            <p:ph type="title" idx="1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59" name="Google Shape;459;p31"/>
          <p:cNvSpPr txBox="1">
            <a:spLocks noGrp="1"/>
          </p:cNvSpPr>
          <p:nvPr>
            <p:ph type="title" idx="20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460" name="Google Shape;460;p31"/>
          <p:cNvSpPr txBox="1">
            <a:spLocks noGrp="1"/>
          </p:cNvSpPr>
          <p:nvPr>
            <p:ph type="title" idx="21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oadmap">
  <p:cSld name="BLANK_1_1_1_1_1_1_1_1_1_1_2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avLst/>
            <a:gdLst/>
            <a:ahLst/>
            <a:cxnLst/>
            <a:rect l="l" t="t" r="r" b="b"/>
            <a:pathLst>
              <a:path w="37815" h="58120" extrusionOk="0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avLst/>
            <a:gdLst/>
            <a:ahLst/>
            <a:cxnLst/>
            <a:rect l="l" t="t" r="r" b="b"/>
            <a:pathLst>
              <a:path w="146370" h="56191" extrusionOk="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4" name="Google Shape;464;p32"/>
          <p:cNvSpPr txBox="1">
            <a:spLocks noGrp="1"/>
          </p:cNvSpPr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465" name="Google Shape;465;p32"/>
          <p:cNvSpPr txBox="1">
            <a:spLocks noGrp="1"/>
          </p:cNvSpPr>
          <p:nvPr>
            <p:ph type="title" idx="2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66" name="Google Shape;466;p32"/>
          <p:cNvSpPr txBox="1">
            <a:spLocks noGrp="1"/>
          </p:cNvSpPr>
          <p:nvPr>
            <p:ph type="title" idx="3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7" name="Google Shape;467;p32"/>
          <p:cNvSpPr txBox="1">
            <a:spLocks noGrp="1"/>
          </p:cNvSpPr>
          <p:nvPr>
            <p:ph type="title" idx="4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8" name="Google Shape;468;p32"/>
          <p:cNvSpPr txBox="1">
            <a:spLocks noGrp="1"/>
          </p:cNvSpPr>
          <p:nvPr>
            <p:ph type="title" idx="5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69" name="Google Shape;469;p32"/>
          <p:cNvSpPr txBox="1">
            <a:spLocks noGrp="1"/>
          </p:cNvSpPr>
          <p:nvPr>
            <p:ph type="title" idx="6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0" name="Google Shape;470;p32"/>
          <p:cNvSpPr txBox="1">
            <a:spLocks noGrp="1"/>
          </p:cNvSpPr>
          <p:nvPr>
            <p:ph type="title" idx="7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471" name="Google Shape;471;p32"/>
          <p:cNvSpPr txBox="1">
            <a:spLocks noGrp="1"/>
          </p:cNvSpPr>
          <p:nvPr>
            <p:ph type="body" idx="1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72" name="Google Shape;472;p32"/>
          <p:cNvSpPr txBox="1">
            <a:spLocks noGrp="1"/>
          </p:cNvSpPr>
          <p:nvPr>
            <p:ph type="body" idx="8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73" name="Google Shape;473;p32"/>
          <p:cNvSpPr txBox="1">
            <a:spLocks noGrp="1"/>
          </p:cNvSpPr>
          <p:nvPr>
            <p:ph type="body" idx="9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74" name="Google Shape;474;p32"/>
          <p:cNvSpPr txBox="1">
            <a:spLocks noGrp="1"/>
          </p:cNvSpPr>
          <p:nvPr>
            <p:ph type="body" idx="13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475" name="Google Shape;475;p32"/>
          <p:cNvSpPr txBox="1">
            <a:spLocks noGrp="1"/>
          </p:cNvSpPr>
          <p:nvPr>
            <p:ph type="body" idx="14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476" name="Google Shape;476;p32"/>
          <p:cNvSpPr txBox="1">
            <a:spLocks noGrp="1"/>
          </p:cNvSpPr>
          <p:nvPr>
            <p:ph type="title" idx="1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4">
  <p:cSld name="BLANK_1_1_1_1_1_1_1_1_1_1_2_1"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1" name="Google Shape;501;p33"/>
          <p:cNvSpPr txBox="1">
            <a:spLocks noGrp="1"/>
          </p:cNvSpPr>
          <p:nvPr>
            <p:ph type="title" idx="3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s">
  <p:cSld name="BLANK_1_1_1_1_1_1_1_1_1_1_2_1_1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avLst/>
            <a:gdLst/>
            <a:ahLst/>
            <a:cxnLst/>
            <a:rect l="l" t="t" r="r" b="b"/>
            <a:pathLst>
              <a:path w="109754" h="47273" extrusionOk="0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avLst/>
            <a:gdLst/>
            <a:ahLst/>
            <a:cxnLst/>
            <a:rect l="l" t="t" r="r" b="b"/>
            <a:pathLst>
              <a:path w="39886" h="93762" fill="none" extrusionOk="0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avLst/>
            <a:gdLst/>
            <a:ahLst/>
            <a:cxnLst/>
            <a:rect l="l" t="t" r="r" b="b"/>
            <a:pathLst>
              <a:path w="230457" h="28472" extrusionOk="0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avLst/>
            <a:gdLst/>
            <a:ahLst/>
            <a:cxnLst/>
            <a:rect l="l" t="t" r="r" b="b"/>
            <a:pathLst>
              <a:path w="80135" h="28569" extrusionOk="0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dist="28575" dir="5400000" algn="bl" rotWithShape="0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7" name="Google Shape;527;p34"/>
          <p:cNvSpPr txBox="1">
            <a:spLocks noGrp="1"/>
          </p:cNvSpPr>
          <p:nvPr>
            <p:ph type="body" idx="1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28" name="Google Shape;528;p34"/>
          <p:cNvSpPr txBox="1">
            <a:spLocks noGrp="1"/>
          </p:cNvSpPr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29" name="Google Shape;529;p34"/>
          <p:cNvSpPr txBox="1">
            <a:spLocks noGrp="1"/>
          </p:cNvSpPr>
          <p:nvPr>
            <p:ph type="body" idx="2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30" name="Google Shape;530;p34"/>
          <p:cNvSpPr txBox="1">
            <a:spLocks noGrp="1"/>
          </p:cNvSpPr>
          <p:nvPr>
            <p:ph type="title" idx="3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31" name="Google Shape;531;p34"/>
          <p:cNvSpPr txBox="1">
            <a:spLocks noGrp="1"/>
          </p:cNvSpPr>
          <p:nvPr>
            <p:ph type="title" idx="4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32" name="Google Shape;532;p34"/>
          <p:cNvSpPr txBox="1">
            <a:spLocks noGrp="1"/>
          </p:cNvSpPr>
          <p:nvPr>
            <p:ph type="body" idx="5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533" name="Google Shape;533;p34"/>
          <p:cNvSpPr txBox="1">
            <a:spLocks noGrp="1"/>
          </p:cNvSpPr>
          <p:nvPr>
            <p:ph type="title" idx="6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34" name="Google Shape;534;p34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35" name="Google Shape;535;p34"/>
          <p:cNvSpPr txBox="1">
            <a:spLocks noGrp="1"/>
          </p:cNvSpPr>
          <p:nvPr>
            <p:ph type="title" idx="8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36" name="Google Shape;536;p34"/>
          <p:cNvSpPr txBox="1">
            <a:spLocks noGrp="1"/>
          </p:cNvSpPr>
          <p:nvPr>
            <p:ph type="title" idx="9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spcFirstLastPara="1" wrap="square" lIns="0" tIns="0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>
            <a:endParaRPr/>
          </a:p>
        </p:txBody>
      </p:sp>
      <p:sp>
        <p:nvSpPr>
          <p:cNvPr id="537" name="Google Shape;537;p34"/>
          <p:cNvSpPr txBox="1">
            <a:spLocks noGrp="1"/>
          </p:cNvSpPr>
          <p:nvPr>
            <p:ph type="title" idx="13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38" name="Google Shape;538;p34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rot="5400000" flipH="1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avLst/>
            <a:gdLst/>
            <a:ahLst/>
            <a:cxnLst/>
            <a:rect l="l" t="t" r="r" b="b"/>
            <a:pathLst>
              <a:path w="115529" h="54770" extrusionOk="0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name="adj1" fmla="val 5820070"/>
              <a:gd name="adj2" fmla="val 15784537"/>
            </a:avLst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>
            <a:spLocks noGrp="1"/>
          </p:cNvSpPr>
          <p:nvPr>
            <p:ph type="subTitle" idx="1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96" name="Google Shape;596;p35"/>
          <p:cNvSpPr txBox="1">
            <a:spLocks noGrp="1"/>
          </p:cNvSpPr>
          <p:nvPr>
            <p:ph type="subTitle" idx="2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97" name="Google Shape;597;p35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98" name="Google Shape;598;p35"/>
          <p:cNvSpPr txBox="1">
            <a:spLocks noGrp="1"/>
          </p:cNvSpPr>
          <p:nvPr>
            <p:ph type="title" idx="3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99" name="Google Shape;599;p35"/>
          <p:cNvSpPr txBox="1">
            <a:spLocks noGrp="1"/>
          </p:cNvSpPr>
          <p:nvPr>
            <p:ph type="subTitle" idx="4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0" name="Google Shape;600;p35"/>
          <p:cNvSpPr txBox="1">
            <a:spLocks noGrp="1"/>
          </p:cNvSpPr>
          <p:nvPr>
            <p:ph type="subTitle" idx="5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01" name="Google Shape;601;p35"/>
          <p:cNvSpPr txBox="1">
            <a:spLocks noGrp="1"/>
          </p:cNvSpPr>
          <p:nvPr>
            <p:ph type="subTitle" idx="6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2" name="Google Shape;602;p35"/>
          <p:cNvSpPr txBox="1">
            <a:spLocks noGrp="1"/>
          </p:cNvSpPr>
          <p:nvPr>
            <p:ph type="subTitle" idx="7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03" name="Google Shape;603;p35"/>
          <p:cNvSpPr txBox="1">
            <a:spLocks noGrp="1"/>
          </p:cNvSpPr>
          <p:nvPr>
            <p:ph type="subTitle" idx="8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subTitle" idx="9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subTitle" idx="13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ubTitle" idx="14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subTitle" idx="15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08" name="Google Shape;608;p35"/>
          <p:cNvSpPr txBox="1">
            <a:spLocks noGrp="1"/>
          </p:cNvSpPr>
          <p:nvPr>
            <p:ph type="subTitle" idx="16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09" name="Google Shape;609;p35"/>
          <p:cNvSpPr txBox="1">
            <a:spLocks noGrp="1"/>
          </p:cNvSpPr>
          <p:nvPr>
            <p:ph type="title" idx="17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udience Persona Infographic">
  <p:cSld name="BLANK_1_1_1_1_1_1_1_1_1_1_1_1_3">
    <p:bg>
      <p:bgPr>
        <a:solidFill>
          <a:schemeClr val="lt1"/>
        </a:solidFill>
        <a:effectLst/>
      </p:bgPr>
    </p:bg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>
            <a:spLocks noGrp="1"/>
          </p:cNvSpPr>
          <p:nvPr>
            <p:ph type="pic" idx="2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>
            <a:spLocks noGrp="1"/>
          </p:cNvSpPr>
          <p:nvPr>
            <p:ph type="subTitle" idx="1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spcFirstLastPara="1" wrap="square" lIns="91425" tIns="0" rIns="91425" bIns="0" anchor="t" anchorCtr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4" name="Google Shape;614;p36"/>
          <p:cNvSpPr txBox="1">
            <a:spLocks noGrp="1"/>
          </p:cNvSpPr>
          <p:nvPr>
            <p:ph type="subTitle" idx="3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5" name="Google Shape;615;p36"/>
          <p:cNvSpPr txBox="1">
            <a:spLocks noGrp="1"/>
          </p:cNvSpPr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6" name="Google Shape;616;p36"/>
          <p:cNvSpPr txBox="1">
            <a:spLocks noGrp="1"/>
          </p:cNvSpPr>
          <p:nvPr>
            <p:ph type="title" idx="4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7" name="Google Shape;617;p36"/>
          <p:cNvSpPr txBox="1">
            <a:spLocks noGrp="1"/>
          </p:cNvSpPr>
          <p:nvPr>
            <p:ph type="title" idx="5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18" name="Google Shape;618;p36"/>
          <p:cNvSpPr txBox="1">
            <a:spLocks noGrp="1"/>
          </p:cNvSpPr>
          <p:nvPr>
            <p:ph type="title" idx="6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619" name="Google Shape;619;p36"/>
          <p:cNvSpPr txBox="1">
            <a:spLocks noGrp="1"/>
          </p:cNvSpPr>
          <p:nvPr>
            <p:ph type="title" idx="7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20" name="Google Shape;620;p36"/>
          <p:cNvSpPr txBox="1">
            <a:spLocks noGrp="1"/>
          </p:cNvSpPr>
          <p:nvPr>
            <p:ph type="title" idx="8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1" name="Google Shape;621;p36"/>
          <p:cNvSpPr txBox="1">
            <a:spLocks noGrp="1"/>
          </p:cNvSpPr>
          <p:nvPr>
            <p:ph type="title" idx="9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spcFirstLastPara="1" wrap="square" lIns="91425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22" name="Google Shape;622;p36"/>
          <p:cNvSpPr txBox="1">
            <a:spLocks noGrp="1"/>
          </p:cNvSpPr>
          <p:nvPr>
            <p:ph type="subTitle" idx="13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3" name="Google Shape;623;p36"/>
          <p:cNvSpPr txBox="1">
            <a:spLocks noGrp="1"/>
          </p:cNvSpPr>
          <p:nvPr>
            <p:ph type="subTitle" idx="14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4" name="Google Shape;624;p36"/>
          <p:cNvSpPr txBox="1">
            <a:spLocks noGrp="1"/>
          </p:cNvSpPr>
          <p:nvPr>
            <p:ph type="subTitle" idx="15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5" name="Google Shape;625;p36"/>
          <p:cNvSpPr txBox="1">
            <a:spLocks noGrp="1"/>
          </p:cNvSpPr>
          <p:nvPr>
            <p:ph type="subTitle" idx="16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6" name="Google Shape;626;p36"/>
          <p:cNvSpPr txBox="1">
            <a:spLocks noGrp="1"/>
          </p:cNvSpPr>
          <p:nvPr>
            <p:ph type="subTitle" idx="17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7" name="Google Shape;627;p36"/>
          <p:cNvSpPr txBox="1">
            <a:spLocks noGrp="1"/>
          </p:cNvSpPr>
          <p:nvPr>
            <p:ph type="subTitle" idx="18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28" name="Google Shape;628;p36"/>
          <p:cNvSpPr txBox="1">
            <a:spLocks noGrp="1"/>
          </p:cNvSpPr>
          <p:nvPr>
            <p:ph type="title" idx="19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2">
  <p:cSld name="BLANK_1_1_1_1_1_1_1_1_1_1_1_1_2"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rot="-8100000" flipH="1">
            <a:off x="4692650" y="965198"/>
            <a:ext cx="4843399" cy="2480248"/>
          </a:xfrm>
          <a:prstGeom prst="flowChartConnector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rot="10800000" flipH="1">
            <a:off x="4676692" y="3337812"/>
            <a:ext cx="4467295" cy="1685226"/>
          </a:xfrm>
          <a:custGeom>
            <a:avLst/>
            <a:gdLst/>
            <a:ahLst/>
            <a:cxnLst/>
            <a:rect l="l" t="t" r="r" b="b"/>
            <a:pathLst>
              <a:path w="119855" h="51371" extrusionOk="0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>
            <a:spLocks noGrp="1"/>
          </p:cNvSpPr>
          <p:nvPr>
            <p:ph type="pic" idx="2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>
            <a:spLocks noGrp="1"/>
          </p:cNvSpPr>
          <p:nvPr>
            <p:ph type="body" idx="1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634" name="Google Shape;634;p37"/>
          <p:cNvSpPr txBox="1">
            <a:spLocks noGrp="1"/>
          </p:cNvSpPr>
          <p:nvPr>
            <p:ph type="body" idx="3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marL="914400" lvl="1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marL="1371600" lvl="2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marL="1828800" lvl="3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marL="2286000" lvl="4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marL="2743200" lvl="5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marL="3200400" lvl="6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marL="3657600" lvl="7" indent="-2921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marL="4114800" lvl="8" indent="-2921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>
            <a:endParaRPr/>
          </a:p>
        </p:txBody>
      </p:sp>
      <p:sp>
        <p:nvSpPr>
          <p:cNvPr id="635" name="Google Shape;635;p37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36" name="Google Shape;636;p37"/>
          <p:cNvSpPr txBox="1">
            <a:spLocks noGrp="1"/>
          </p:cNvSpPr>
          <p:nvPr>
            <p:ph type="title" idx="4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637" name="Google Shape;637;p37"/>
          <p:cNvSpPr txBox="1">
            <a:spLocks noGrp="1"/>
          </p:cNvSpPr>
          <p:nvPr>
            <p:ph type="title" idx="5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Alt 2">
  <p:cSld name="BLANK_1_1_1_1_1_1_1_1_1_1_1_1_1_1">
    <p:bg>
      <p:bgPr>
        <a:solidFill>
          <a:schemeClr val="lt1"/>
        </a:solidFill>
        <a:effectLst/>
      </p:bgPr>
    </p:bg>
    <p:spTree>
      <p:nvGrpSpPr>
        <p:cNvPr id="1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avLst/>
            <a:gdLst/>
            <a:ahLst/>
            <a:cxnLst/>
            <a:rect l="l" t="t" r="r" b="b"/>
            <a:pathLst>
              <a:path w="70390" h="107671" extrusionOk="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57" name="Google Shape;657;p38"/>
          <p:cNvSpPr txBox="1">
            <a:spLocks noGrp="1"/>
          </p:cNvSpPr>
          <p:nvPr>
            <p:ph type="title" idx="2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658" name="Google Shape;658;p38"/>
          <p:cNvSpPr txBox="1">
            <a:spLocks noGrp="1"/>
          </p:cNvSpPr>
          <p:nvPr>
            <p:ph type="title" idx="3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659" name="Google Shape;659;p38"/>
          <p:cNvSpPr txBox="1">
            <a:spLocks noGrp="1"/>
          </p:cNvSpPr>
          <p:nvPr>
            <p:ph type="title" idx="4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660" name="Google Shape;660;p38"/>
          <p:cNvSpPr txBox="1">
            <a:spLocks noGrp="1"/>
          </p:cNvSpPr>
          <p:nvPr>
            <p:ph type="title" idx="5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661" name="Google Shape;661;p38"/>
          <p:cNvSpPr txBox="1">
            <a:spLocks noGrp="1"/>
          </p:cNvSpPr>
          <p:nvPr>
            <p:ph type="body" idx="1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2" name="Google Shape;662;p38"/>
          <p:cNvSpPr txBox="1">
            <a:spLocks noGrp="1"/>
          </p:cNvSpPr>
          <p:nvPr>
            <p:ph type="body" idx="6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3" name="Google Shape;663;p38"/>
          <p:cNvSpPr txBox="1">
            <a:spLocks noGrp="1"/>
          </p:cNvSpPr>
          <p:nvPr>
            <p:ph type="body" idx="7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4" name="Google Shape;664;p38"/>
          <p:cNvSpPr txBox="1">
            <a:spLocks noGrp="1"/>
          </p:cNvSpPr>
          <p:nvPr>
            <p:ph type="body" idx="8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5" name="Google Shape;665;p38"/>
          <p:cNvSpPr txBox="1">
            <a:spLocks noGrp="1"/>
          </p:cNvSpPr>
          <p:nvPr>
            <p:ph type="body" idx="9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6" name="Google Shape;666;p38"/>
          <p:cNvSpPr txBox="1">
            <a:spLocks noGrp="1"/>
          </p:cNvSpPr>
          <p:nvPr>
            <p:ph type="body" idx="13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667" name="Google Shape;667;p38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Alt 1">
  <p:cSld name="BLANK_1_1_1_1_1_1_1_1_1_1_1_1_1_1_1">
    <p:bg>
      <p:bgPr>
        <a:solidFill>
          <a:schemeClr val="lt1"/>
        </a:solidFill>
        <a:effectLst/>
      </p:bgPr>
    </p:bg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>
            <a:spLocks noGrp="1"/>
          </p:cNvSpPr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684" name="Google Shape;684;p39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85" name="Google Shape;685;p39"/>
          <p:cNvSpPr txBox="1">
            <a:spLocks noGrp="1"/>
          </p:cNvSpPr>
          <p:nvPr>
            <p:ph type="subTitle" idx="2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86" name="Google Shape;686;p39"/>
          <p:cNvSpPr txBox="1">
            <a:spLocks noGrp="1"/>
          </p:cNvSpPr>
          <p:nvPr>
            <p:ph type="subTitle" idx="3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87" name="Google Shape;687;p39"/>
          <p:cNvSpPr txBox="1">
            <a:spLocks noGrp="1"/>
          </p:cNvSpPr>
          <p:nvPr>
            <p:ph type="subTitle" idx="4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88" name="Google Shape;688;p39"/>
          <p:cNvSpPr txBox="1">
            <a:spLocks noGrp="1"/>
          </p:cNvSpPr>
          <p:nvPr>
            <p:ph type="subTitle" idx="5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689" name="Google Shape;689;p39"/>
          <p:cNvSpPr txBox="1">
            <a:spLocks noGrp="1"/>
          </p:cNvSpPr>
          <p:nvPr>
            <p:ph type="subTitle" idx="6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690" name="Google Shape;690;p39"/>
          <p:cNvSpPr txBox="1">
            <a:spLocks noGrp="1"/>
          </p:cNvSpPr>
          <p:nvPr>
            <p:ph type="subTitle" idx="7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w="9525" cap="flat" cmpd="sng">
                    <a:solidFill>
                      <a:schemeClr val="accent5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>
            <a:spLocks noGrp="1"/>
          </p:cNvSpPr>
          <p:nvPr>
            <p:ph type="subTitle" idx="8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08" name="Google Shape;708;p39"/>
          <p:cNvSpPr txBox="1">
            <a:spLocks noGrp="1"/>
          </p:cNvSpPr>
          <p:nvPr>
            <p:ph type="title" idx="9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>
            <a:spLocks noGrp="1"/>
          </p:cNvSpPr>
          <p:nvPr>
            <p:ph type="subTitle" idx="13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13" name="Google Shape;713;p39"/>
          <p:cNvSpPr txBox="1">
            <a:spLocks noGrp="1"/>
          </p:cNvSpPr>
          <p:nvPr>
            <p:ph type="title" idx="14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4" name="Google Shape;714;p39"/>
          <p:cNvSpPr txBox="1">
            <a:spLocks noGrp="1"/>
          </p:cNvSpPr>
          <p:nvPr>
            <p:ph type="title" idx="15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 b="1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5" name="Google Shape;715;p39"/>
          <p:cNvSpPr txBox="1">
            <a:spLocks noGrp="1"/>
          </p:cNvSpPr>
          <p:nvPr>
            <p:ph type="title" idx="16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6" name="Google Shape;716;p39"/>
          <p:cNvSpPr txBox="1">
            <a:spLocks noGrp="1"/>
          </p:cNvSpPr>
          <p:nvPr>
            <p:ph type="title" idx="17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17" name="Google Shape;717;p39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">
    <p:bg>
      <p:bgPr>
        <a:solidFill>
          <a:schemeClr val="lt1"/>
        </a:solidFill>
        <a:effectLst/>
      </p:bgPr>
    </p:bg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>
            <a:spLocks noGrp="1"/>
          </p:cNvSpPr>
          <p:nvPr>
            <p:ph type="body" idx="1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0" name="Google Shape;720;p40"/>
          <p:cNvSpPr txBox="1">
            <a:spLocks noGrp="1"/>
          </p:cNvSpPr>
          <p:nvPr>
            <p:ph type="body" idx="2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1" name="Google Shape;721;p40"/>
          <p:cNvSpPr txBox="1">
            <a:spLocks noGrp="1"/>
          </p:cNvSpPr>
          <p:nvPr>
            <p:ph type="body" idx="3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22" name="Google Shape;722;p40"/>
          <p:cNvSpPr txBox="1">
            <a:spLocks noGrp="1"/>
          </p:cNvSpPr>
          <p:nvPr>
            <p:ph type="body" idx="4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>
            <a:spLocks noGrp="1"/>
          </p:cNvSpPr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47" name="Google Shape;747;p40"/>
          <p:cNvSpPr txBox="1">
            <a:spLocks noGrp="1"/>
          </p:cNvSpPr>
          <p:nvPr>
            <p:ph type="title" idx="5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748" name="Google Shape;748;p40"/>
          <p:cNvSpPr txBox="1">
            <a:spLocks noGrp="1"/>
          </p:cNvSpPr>
          <p:nvPr>
            <p:ph type="subTitle" idx="6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49" name="Google Shape;749;p40"/>
          <p:cNvSpPr txBox="1">
            <a:spLocks noGrp="1"/>
          </p:cNvSpPr>
          <p:nvPr>
            <p:ph type="subTitle" idx="7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0" name="Google Shape;750;p40"/>
          <p:cNvSpPr txBox="1">
            <a:spLocks noGrp="1"/>
          </p:cNvSpPr>
          <p:nvPr>
            <p:ph type="subTitle" idx="8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1" name="Google Shape;751;p40"/>
          <p:cNvSpPr txBox="1">
            <a:spLocks noGrp="1"/>
          </p:cNvSpPr>
          <p:nvPr>
            <p:ph type="subTitle" idx="9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2" name="Google Shape;752;p40"/>
          <p:cNvSpPr txBox="1">
            <a:spLocks noGrp="1"/>
          </p:cNvSpPr>
          <p:nvPr>
            <p:ph type="subTitle" idx="13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3" name="Google Shape;753;p40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3">
  <p:cSld name="BLANK_1_1_1_1_1_1_1_1_1_1_1_1_1_1_1_2_1">
    <p:bg>
      <p:bgPr>
        <a:solidFill>
          <a:schemeClr val="lt1"/>
        </a:solidFill>
        <a:effectLst/>
      </p:bgPr>
    </p:bg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>
            <a:spLocks noGrp="1"/>
          </p:cNvSpPr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6" name="Google Shape;756;p41"/>
          <p:cNvSpPr txBox="1">
            <a:spLocks noGrp="1"/>
          </p:cNvSpPr>
          <p:nvPr>
            <p:ph type="title" idx="2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7" name="Google Shape;757;p41"/>
          <p:cNvSpPr txBox="1">
            <a:spLocks noGrp="1"/>
          </p:cNvSpPr>
          <p:nvPr>
            <p:ph type="title" idx="3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8" name="Google Shape;758;p41"/>
          <p:cNvSpPr txBox="1">
            <a:spLocks noGrp="1"/>
          </p:cNvSpPr>
          <p:nvPr>
            <p:ph type="title" idx="4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59" name="Google Shape;759;p41"/>
          <p:cNvSpPr txBox="1">
            <a:spLocks noGrp="1"/>
          </p:cNvSpPr>
          <p:nvPr>
            <p:ph type="title" idx="5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760" name="Google Shape;760;p41"/>
          <p:cNvSpPr txBox="1">
            <a:spLocks noGrp="1"/>
          </p:cNvSpPr>
          <p:nvPr>
            <p:ph type="subTitle" idx="1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w="9525" cap="flat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rot="10800000" flipH="1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rot="10800000" flipH="1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rot="10800000" flipH="1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rot="10800000" flipH="1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>
            <a:spLocks noGrp="1"/>
          </p:cNvSpPr>
          <p:nvPr>
            <p:ph type="body" idx="6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86" name="Google Shape;786;p41"/>
          <p:cNvSpPr txBox="1">
            <a:spLocks noGrp="1"/>
          </p:cNvSpPr>
          <p:nvPr>
            <p:ph type="body" idx="7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87" name="Google Shape;787;p41"/>
          <p:cNvSpPr txBox="1">
            <a:spLocks noGrp="1"/>
          </p:cNvSpPr>
          <p:nvPr>
            <p:ph type="body" idx="8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88" name="Google Shape;788;p41"/>
          <p:cNvSpPr txBox="1">
            <a:spLocks noGrp="1"/>
          </p:cNvSpPr>
          <p:nvPr>
            <p:ph type="body" idx="9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spcFirstLastPara="1" wrap="square" lIns="91425" tIns="91425" rIns="0" bIns="91425" anchor="t" anchorCtr="0">
            <a:norm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>
            <a:endParaRPr/>
          </a:p>
        </p:txBody>
      </p:sp>
      <p:sp>
        <p:nvSpPr>
          <p:cNvPr id="789" name="Google Shape;789;p41"/>
          <p:cNvSpPr txBox="1">
            <a:spLocks noGrp="1"/>
          </p:cNvSpPr>
          <p:nvPr>
            <p:ph type="title" idx="13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0" name="Google Shape;790;p41"/>
          <p:cNvSpPr txBox="1">
            <a:spLocks noGrp="1"/>
          </p:cNvSpPr>
          <p:nvPr>
            <p:ph type="title" idx="14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1" name="Google Shape;791;p41"/>
          <p:cNvSpPr txBox="1">
            <a:spLocks noGrp="1"/>
          </p:cNvSpPr>
          <p:nvPr>
            <p:ph type="title" idx="15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2" name="Google Shape;792;p41"/>
          <p:cNvSpPr txBox="1">
            <a:spLocks noGrp="1"/>
          </p:cNvSpPr>
          <p:nvPr>
            <p:ph type="title" idx="16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spcFirstLastPara="1" wrap="square" lIns="91425" tIns="91425" rIns="137150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93" name="Google Shape;793;p41"/>
          <p:cNvSpPr txBox="1">
            <a:spLocks noGrp="1"/>
          </p:cNvSpPr>
          <p:nvPr>
            <p:ph type="title" idx="17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>
            <a:endParaRPr/>
          </a:p>
        </p:txBody>
      </p:sp>
      <p:sp>
        <p:nvSpPr>
          <p:cNvPr id="794" name="Google Shape;794;p41"/>
          <p:cNvSpPr txBox="1">
            <a:spLocks noGrp="1"/>
          </p:cNvSpPr>
          <p:nvPr>
            <p:ph type="title" idx="18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images with caption">
  <p:cSld name="BLANK_1_1_1_1_1_1_1_1_1_1_1_1_1_1_1_1_1_1_2">
    <p:bg>
      <p:bgPr>
        <a:solidFill>
          <a:schemeClr val="lt1"/>
        </a:solidFill>
        <a:effectLst/>
      </p:bgPr>
    </p:bg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>
            <a:spLocks noGrp="1"/>
          </p:cNvSpPr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accent5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w="9525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>
            <a:spLocks noGrp="1"/>
          </p:cNvSpPr>
          <p:nvPr>
            <p:ph type="pic" idx="2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>
            <a:spLocks noGrp="1"/>
          </p:cNvSpPr>
          <p:nvPr>
            <p:ph type="pic" idx="3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>
            <a:spLocks noGrp="1"/>
          </p:cNvSpPr>
          <p:nvPr>
            <p:ph type="pic" idx="4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>
            <a:spLocks noGrp="1"/>
          </p:cNvSpPr>
          <p:nvPr>
            <p:ph type="subTitle" idx="1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5" name="Google Shape;825;p42"/>
          <p:cNvSpPr txBox="1">
            <a:spLocks noGrp="1"/>
          </p:cNvSpPr>
          <p:nvPr>
            <p:ph type="title" idx="5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6" name="Google Shape;826;p42"/>
          <p:cNvSpPr txBox="1">
            <a:spLocks noGrp="1"/>
          </p:cNvSpPr>
          <p:nvPr>
            <p:ph type="subTitle" idx="6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7" name="Google Shape;827;p42"/>
          <p:cNvSpPr txBox="1">
            <a:spLocks noGrp="1"/>
          </p:cNvSpPr>
          <p:nvPr>
            <p:ph type="title" idx="7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8" name="Google Shape;828;p42"/>
          <p:cNvSpPr txBox="1">
            <a:spLocks noGrp="1"/>
          </p:cNvSpPr>
          <p:nvPr>
            <p:ph type="subTitle" idx="8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29" name="Google Shape;829;p42"/>
          <p:cNvSpPr txBox="1">
            <a:spLocks noGrp="1"/>
          </p:cNvSpPr>
          <p:nvPr>
            <p:ph type="title" idx="9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30" name="Google Shape;830;p42"/>
          <p:cNvSpPr txBox="1">
            <a:spLocks noGrp="1"/>
          </p:cNvSpPr>
          <p:nvPr>
            <p:ph type="title" idx="13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spcFirstLastPara="1" wrap="square" lIns="18287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831" name="Google Shape;831;p42"/>
          <p:cNvSpPr txBox="1">
            <a:spLocks noGrp="1"/>
          </p:cNvSpPr>
          <p:nvPr>
            <p:ph type="title" idx="14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834" name="Google Shape;834;p4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39" name="Google Shape;839;p4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42" name="Google Shape;842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43" name="Google Shape;843;p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48" name="Google Shape;848;p4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53" name="Google Shape;853;p5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54" name="Google Shape;854;p5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0" name="Google Shape;860;p5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1" name="Google Shape;861;p5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2" name="Google Shape;862;p5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3" name="Google Shape;863;p5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4" name="Google Shape;864;p5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65" name="Google Shape;865;p5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68" name="Google Shape;868;p5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69" name="Google Shape;869;p5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72" name="Google Shape;872;p5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3" name="Google Shape;873;p5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4" name="Google Shape;874;p5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75" name="Google Shape;875;p5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8" name="Google Shape;878;p5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79" name="Google Shape;879;p5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80" name="Google Shape;880;p5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1" name="Google Shape;881;p5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2" name="Google Shape;882;p5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83" name="Google Shape;883;p5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86" name="Google Shape;886;p5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87" name="Google Shape;887;p5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88" name="Google Shape;888;p5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89" name="Google Shape;889;p5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0" name="Google Shape;890;p5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1" name="Google Shape;891;p5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2" name="Google Shape;892;p5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893" name="Google Shape;893;p5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96" name="Google Shape;896;p5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899" name="Google Shape;899;p5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02" name="Google Shape;902;p5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03" name="Google Shape;903;p5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04" name="Google Shape;904;p5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07" name="Google Shape;907;p6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0" name="Google Shape;910;p6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912" name="Google Shape;912;p6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13" name="Google Shape;913;p6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4" name="Google Shape;914;p6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5" name="Google Shape;915;p6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26" name="Google Shape;926;p6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drive.google.com/file/d/1XeYMSIlowJWR9Tuvacj0u41gF06_X-9F/vie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0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>
            <a:spLocks noGrp="1"/>
          </p:cNvSpPr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ItR Final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>
            <a:spLocks noGrp="1"/>
          </p:cNvSpPr>
          <p:nvPr>
            <p:ph type="subTitle" idx="1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Sora"/>
                <a:ea typeface="Sora"/>
                <a:cs typeface="Sora"/>
                <a:sym typeface="Sora"/>
              </a:rPr>
              <a:t>Demetrius Rauck</a:t>
            </a:r>
            <a:endParaRPr sz="20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>
            <a:spLocks noGrp="1"/>
          </p:cNvSpPr>
          <p:nvPr>
            <p:ph type="title"/>
          </p:nvPr>
        </p:nvSpPr>
        <p:spPr>
          <a:xfrm>
            <a:off x="2637000" y="0"/>
            <a:ext cx="6507000" cy="187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Planning Algorithm: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Pathfinding </a:t>
            </a:r>
            <a:endParaRPr/>
          </a:p>
        </p:txBody>
      </p:sp>
      <p:sp>
        <p:nvSpPr>
          <p:cNvPr id="940" name="Google Shape;940;p64"/>
          <p:cNvSpPr txBox="1"/>
          <p:nvPr/>
        </p:nvSpPr>
        <p:spPr>
          <a:xfrm>
            <a:off x="177950" y="1143600"/>
            <a:ext cx="4347000" cy="14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ra"/>
              <a:buChar char="●"/>
            </a:pPr>
            <a:r>
              <a:rPr lang="en"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Creates graph based off of map with a the same grid resolution</a:t>
            </a:r>
            <a:endParaRPr sz="1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ra"/>
              <a:buChar char="●"/>
            </a:pPr>
            <a:r>
              <a:rPr lang="en"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Key Modifications</a:t>
            </a:r>
            <a:endParaRPr sz="1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ra"/>
              <a:buChar char="○"/>
            </a:pPr>
            <a:r>
              <a:rPr lang="en"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Chain</a:t>
            </a:r>
            <a:endParaRPr sz="1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Sora"/>
              <a:buChar char="○"/>
            </a:pPr>
            <a:r>
              <a:rPr lang="en" sz="13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Distance Map Heuristic</a:t>
            </a:r>
            <a:endParaRPr sz="13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41" name="Google Shape;941;p64" title="Screenshot 2026-05-02 14515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1488" y="2479575"/>
            <a:ext cx="2620525" cy="22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5"/>
          <p:cNvSpPr txBox="1">
            <a:spLocks noGrp="1"/>
          </p:cNvSpPr>
          <p:nvPr>
            <p:ph type="title" idx="4294967295"/>
          </p:nvPr>
        </p:nvSpPr>
        <p:spPr>
          <a:xfrm>
            <a:off x="115025" y="502775"/>
            <a:ext cx="54000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A* Star Chain</a:t>
            </a:r>
            <a:endParaRPr/>
          </a:p>
        </p:txBody>
      </p:sp>
      <p:sp>
        <p:nvSpPr>
          <p:cNvPr id="947" name="Google Shape;947;p65"/>
          <p:cNvSpPr txBox="1">
            <a:spLocks noGrp="1"/>
          </p:cNvSpPr>
          <p:nvPr>
            <p:ph type="title" idx="3"/>
          </p:nvPr>
        </p:nvSpPr>
        <p:spPr>
          <a:xfrm>
            <a:off x="5679613" y="1186175"/>
            <a:ext cx="15975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total weight of each path to construct full chain </a:t>
            </a:r>
            <a:endParaRPr/>
          </a:p>
        </p:txBody>
      </p:sp>
      <p:sp>
        <p:nvSpPr>
          <p:cNvPr id="948" name="Google Shape;948;p65"/>
          <p:cNvSpPr txBox="1">
            <a:spLocks noGrp="1"/>
          </p:cNvSpPr>
          <p:nvPr>
            <p:ph type="title" idx="5"/>
          </p:nvPr>
        </p:nvSpPr>
        <p:spPr>
          <a:xfrm>
            <a:off x="839150" y="1186175"/>
            <a:ext cx="1374600" cy="3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Sora Light"/>
                <a:ea typeface="Sora Light"/>
                <a:cs typeface="Sora Light"/>
                <a:sym typeface="Sora Light"/>
              </a:rPr>
              <a:t>Find A* Path from Robot’s position to each goal</a:t>
            </a:r>
            <a:endParaRPr/>
          </a:p>
        </p:txBody>
      </p:sp>
      <p:pic>
        <p:nvPicPr>
          <p:cNvPr id="949" name="Google Shape;949;p65" title="Screenshot 2026-05-02 1308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3825" y="1976038"/>
            <a:ext cx="1845251" cy="1399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65" title="Screenshot 2026-05-02 1309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725" y="3487725"/>
            <a:ext cx="2023572" cy="157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65" title="Screenshot 2026-05-02 13132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89150" y="2030600"/>
            <a:ext cx="2406878" cy="141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65" title="Screenshot 2026-05-02 13143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33600" y="2022500"/>
            <a:ext cx="2193324" cy="14155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5" title="Screenshot 2026-05-02 131543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18958" y="3553500"/>
            <a:ext cx="2658167" cy="1577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66"/>
          <p:cNvSpPr txBox="1">
            <a:spLocks noGrp="1"/>
          </p:cNvSpPr>
          <p:nvPr>
            <p:ph type="title" idx="4294967295"/>
          </p:nvPr>
        </p:nvSpPr>
        <p:spPr>
          <a:xfrm>
            <a:off x="138250" y="228600"/>
            <a:ext cx="53535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Distance Map Heuristic</a:t>
            </a:r>
            <a:endParaRPr/>
          </a:p>
        </p:txBody>
      </p:sp>
      <p:pic>
        <p:nvPicPr>
          <p:cNvPr id="959" name="Google Shape;959;p66" title="Screenshot 2026-05-02 1347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6500" y="2411900"/>
            <a:ext cx="2894376" cy="2560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60" name="Google Shape;960;p66" title="Screenshot 2026-05-02 14400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0926" y="2249400"/>
            <a:ext cx="3199525" cy="26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66"/>
          <p:cNvSpPr txBox="1"/>
          <p:nvPr/>
        </p:nvSpPr>
        <p:spPr>
          <a:xfrm>
            <a:off x="70525" y="912000"/>
            <a:ext cx="6164400" cy="4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Assign a distance D(n) for each node in A* Graph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Node that subscribes to /map and publishes /distance_map topic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f(n) = g(n) + h(n) - </a:t>
            </a:r>
            <a:r>
              <a:rPr lang="en" sz="1100" b="1">
                <a:latin typeface="Sora"/>
                <a:ea typeface="Sora"/>
                <a:cs typeface="Sora"/>
                <a:sym typeface="Sora"/>
              </a:rPr>
              <a:t>λ</a:t>
            </a:r>
            <a:r>
              <a:rPr lang="en" sz="1100">
                <a:latin typeface="Sora"/>
                <a:ea typeface="Sora"/>
                <a:cs typeface="Sora"/>
                <a:sym typeface="Sora"/>
              </a:rPr>
              <a:t> D(n)</a:t>
            </a:r>
            <a:endParaRPr sz="1100"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100">
                <a:latin typeface="Sora"/>
                <a:ea typeface="Sora"/>
                <a:cs typeface="Sora"/>
                <a:sym typeface="Sora"/>
              </a:rPr>
              <a:t>Motivation: Path tends towards free space instead of near walls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2" name="Google Shape;962;p66"/>
          <p:cNvSpPr txBox="1"/>
          <p:nvPr/>
        </p:nvSpPr>
        <p:spPr>
          <a:xfrm>
            <a:off x="1887175" y="2031875"/>
            <a:ext cx="1476300" cy="2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Without D(n)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3" name="Google Shape;963;p66"/>
          <p:cNvSpPr txBox="1"/>
          <p:nvPr/>
        </p:nvSpPr>
        <p:spPr>
          <a:xfrm>
            <a:off x="5491750" y="1895400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With D(n)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7"/>
          <p:cNvSpPr txBox="1">
            <a:spLocks noGrp="1"/>
          </p:cNvSpPr>
          <p:nvPr>
            <p:ph type="title" idx="4294967295"/>
          </p:nvPr>
        </p:nvSpPr>
        <p:spPr>
          <a:xfrm>
            <a:off x="115025" y="502775"/>
            <a:ext cx="3941700" cy="68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Movement</a:t>
            </a:r>
            <a:endParaRPr/>
          </a:p>
        </p:txBody>
      </p:sp>
      <p:pic>
        <p:nvPicPr>
          <p:cNvPr id="969" name="Google Shape;96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7250" y="228600"/>
            <a:ext cx="3820373" cy="29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67"/>
          <p:cNvSpPr txBox="1"/>
          <p:nvPr/>
        </p:nvSpPr>
        <p:spPr>
          <a:xfrm>
            <a:off x="58025" y="1129050"/>
            <a:ext cx="4055700" cy="15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With the chain, create a series of points to command robot to move towards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Path Publisher node subscribes to the /map, /distance_map and /tf topics and publishes /goal_points and /goal_pose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Node follows along robots progress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68"/>
          <p:cNvSpPr txBox="1">
            <a:spLocks noGrp="1"/>
          </p:cNvSpPr>
          <p:nvPr>
            <p:ph type="body" idx="1"/>
          </p:nvPr>
        </p:nvSpPr>
        <p:spPr>
          <a:xfrm>
            <a:off x="138250" y="165900"/>
            <a:ext cx="8825100" cy="13899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Static vs Dynamic Path Creation</a:t>
            </a:r>
            <a:endParaRPr/>
          </a:p>
        </p:txBody>
      </p:sp>
      <p:sp>
        <p:nvSpPr>
          <p:cNvPr id="976" name="Google Shape;976;p68"/>
          <p:cNvSpPr txBox="1"/>
          <p:nvPr/>
        </p:nvSpPr>
        <p:spPr>
          <a:xfrm>
            <a:off x="359925" y="986900"/>
            <a:ext cx="2380200" cy="3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Static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A* chain once, follow points sequentially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Issues: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Assumes a map is given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Robot can sometimes skip ahead in path, has to backtrack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77" name="Google Shape;977;p68"/>
          <p:cNvSpPr txBox="1"/>
          <p:nvPr/>
        </p:nvSpPr>
        <p:spPr>
          <a:xfrm>
            <a:off x="2830850" y="986900"/>
            <a:ext cx="3345900" cy="3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Dynamic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Create the A* chain each step, use the first points in the path to follow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Accounts for a changing map environment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Issues: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Computationally expensive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If the robot gets stuck, the first few points in the path will be the same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78" name="Google Shape;978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863" y="3165125"/>
            <a:ext cx="1301778" cy="174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9" name="Google Shape;979;p68"/>
          <p:cNvSpPr txBox="1"/>
          <p:nvPr/>
        </p:nvSpPr>
        <p:spPr>
          <a:xfrm>
            <a:off x="2168275" y="3622625"/>
            <a:ext cx="2113200" cy="10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In both cases the robot gets trapped on corners or walls, or gets stuck trying to get to a point in an awkward orientation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69"/>
          <p:cNvSpPr txBox="1"/>
          <p:nvPr/>
        </p:nvSpPr>
        <p:spPr>
          <a:xfrm>
            <a:off x="391175" y="1330125"/>
            <a:ext cx="4390500" cy="16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Utilized Quadmap() and to_occupancygrid() from previous assignment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Updates map, when map updates path has to update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Treats unknowns as unoccupied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Had issues updating map accurately, most likely due to lidar issue with vertical axis described by other students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85" name="Google Shape;985;p69"/>
          <p:cNvSpPr txBox="1">
            <a:spLocks noGrp="1"/>
          </p:cNvSpPr>
          <p:nvPr>
            <p:ph type="title" idx="2"/>
          </p:nvPr>
        </p:nvSpPr>
        <p:spPr>
          <a:xfrm>
            <a:off x="730375" y="473100"/>
            <a:ext cx="6507000" cy="9087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Mapping</a:t>
            </a:r>
            <a:endParaRPr/>
          </a:p>
        </p:txBody>
      </p:sp>
      <p:pic>
        <p:nvPicPr>
          <p:cNvPr id="986" name="Google Shape;986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1575" y="2944125"/>
            <a:ext cx="2574906" cy="19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70"/>
          <p:cNvSpPr txBox="1">
            <a:spLocks noGrp="1"/>
          </p:cNvSpPr>
          <p:nvPr>
            <p:ph type="body" idx="2"/>
          </p:nvPr>
        </p:nvSpPr>
        <p:spPr>
          <a:xfrm>
            <a:off x="2864100" y="2267400"/>
            <a:ext cx="3321900" cy="287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Accurate recovery from walls and corners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Accurate quadmap updates</a:t>
            </a:r>
            <a:endParaRPr sz="1500"/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Tweaking control parameters</a:t>
            </a:r>
            <a:endParaRPr sz="1500"/>
          </a:p>
        </p:txBody>
      </p:sp>
      <p:sp>
        <p:nvSpPr>
          <p:cNvPr id="993" name="Google Shape;993;p70"/>
          <p:cNvSpPr txBox="1">
            <a:spLocks noGrp="1"/>
          </p:cNvSpPr>
          <p:nvPr>
            <p:ph type="title" idx="3"/>
          </p:nvPr>
        </p:nvSpPr>
        <p:spPr>
          <a:xfrm>
            <a:off x="115025" y="502775"/>
            <a:ext cx="3905400" cy="118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Improvements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8" name="Google Shape;998;p71" title="d7f132afad46_1 (ubuntu) - noVNC — Mozilla Firefox 2026-05-03 17-57-10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6600" y="69110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334</Words>
  <Application>Microsoft Office PowerPoint</Application>
  <PresentationFormat>On-screen Show (16:9)</PresentationFormat>
  <Paragraphs>44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Sora Medium</vt:lpstr>
      <vt:lpstr>Sora Light</vt:lpstr>
      <vt:lpstr>IBM Plex Sans Medium</vt:lpstr>
      <vt:lpstr>Sora</vt:lpstr>
      <vt:lpstr>Sora ExtraLight</vt:lpstr>
      <vt:lpstr>Sora SemiBold</vt:lpstr>
      <vt:lpstr>Arial</vt:lpstr>
      <vt:lpstr>IBM Plex Sans SemiBold</vt:lpstr>
      <vt:lpstr>IBM Plex Sans</vt:lpstr>
      <vt:lpstr>Simple Light</vt:lpstr>
      <vt:lpstr>GEOMETRIC OVERLAYS</vt:lpstr>
      <vt:lpstr>ItR Final</vt:lpstr>
      <vt:lpstr>Planning Algorithm: A* Pathfinding </vt:lpstr>
      <vt:lpstr>A* Star Chain</vt:lpstr>
      <vt:lpstr>Distance Map Heuristic</vt:lpstr>
      <vt:lpstr>Movement</vt:lpstr>
      <vt:lpstr>PowerPoint Presentation</vt:lpstr>
      <vt:lpstr>Mapping</vt:lpstr>
      <vt:lpstr>Future Improvements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Demetrius Rauck</cp:lastModifiedBy>
  <cp:revision>1</cp:revision>
  <dcterms:modified xsi:type="dcterms:W3CDTF">2026-06-02T17:14:13Z</dcterms:modified>
</cp:coreProperties>
</file>